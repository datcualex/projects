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sldIdLst>
    <p:sldId id="256" r:id="rId2"/>
    <p:sldId id="257" r:id="rId3"/>
    <p:sldId id="266" r:id="rId4"/>
    <p:sldId id="262" r:id="rId5"/>
    <p:sldId id="259" r:id="rId6"/>
    <p:sldId id="267" r:id="rId7"/>
    <p:sldId id="260" r:id="rId8"/>
    <p:sldId id="261" r:id="rId9"/>
    <p:sldId id="265" r:id="rId1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27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amoila" userId="abb4697be39ea9dc" providerId="LiveId" clId="{7002FBB6-4C3A-4BEE-8A5A-18D5BF009D6E}"/>
    <pc:docChg chg="custSel modSld">
      <pc:chgData name="Sebastian Samoila" userId="abb4697be39ea9dc" providerId="LiveId" clId="{7002FBB6-4C3A-4BEE-8A5A-18D5BF009D6E}" dt="2024-12-14T13:22:28.434" v="179" actId="20577"/>
      <pc:docMkLst>
        <pc:docMk/>
      </pc:docMkLst>
      <pc:sldChg chg="modSp mod">
        <pc:chgData name="Sebastian Samoila" userId="abb4697be39ea9dc" providerId="LiveId" clId="{7002FBB6-4C3A-4BEE-8A5A-18D5BF009D6E}" dt="2024-12-14T13:22:28.434" v="179" actId="20577"/>
        <pc:sldMkLst>
          <pc:docMk/>
          <pc:sldMk cId="3387089960" sldId="261"/>
        </pc:sldMkLst>
        <pc:spChg chg="mod">
          <ac:chgData name="Sebastian Samoila" userId="abb4697be39ea9dc" providerId="LiveId" clId="{7002FBB6-4C3A-4BEE-8A5A-18D5BF009D6E}" dt="2024-12-14T13:22:28.434" v="179" actId="20577"/>
          <ac:spMkLst>
            <pc:docMk/>
            <pc:sldMk cId="3387089960" sldId="261"/>
            <ac:spMk id="3" creationId="{0F44502E-8652-06EB-9554-FF77FA2FBE77}"/>
          </ac:spMkLst>
        </pc:spChg>
      </pc:sldChg>
    </pc:docChg>
  </pc:docChgLst>
  <pc:docChgLst>
    <pc:chgData name="Sebastian Samoila" userId="abb4697be39ea9dc" providerId="LiveId" clId="{F24EB95D-6989-4BAC-91A1-27D59683BCCB}"/>
    <pc:docChg chg="custSel modSld">
      <pc:chgData name="Sebastian Samoila" userId="abb4697be39ea9dc" providerId="LiveId" clId="{F24EB95D-6989-4BAC-91A1-27D59683BCCB}" dt="2024-12-14T13:10:11.289" v="305" actId="20577"/>
      <pc:docMkLst>
        <pc:docMk/>
      </pc:docMkLst>
      <pc:sldChg chg="modSp mod">
        <pc:chgData name="Sebastian Samoila" userId="abb4697be39ea9dc" providerId="LiveId" clId="{F24EB95D-6989-4BAC-91A1-27D59683BCCB}" dt="2024-12-14T13:10:11.289" v="305" actId="20577"/>
        <pc:sldMkLst>
          <pc:docMk/>
          <pc:sldMk cId="505527717" sldId="260"/>
        </pc:sldMkLst>
        <pc:spChg chg="mod">
          <ac:chgData name="Sebastian Samoila" userId="abb4697be39ea9dc" providerId="LiveId" clId="{F24EB95D-6989-4BAC-91A1-27D59683BCCB}" dt="2024-12-14T13:10:11.289" v="305" actId="20577"/>
          <ac:spMkLst>
            <pc:docMk/>
            <pc:sldMk cId="505527717" sldId="260"/>
            <ac:spMk id="3" creationId="{9B7F8F1D-9F3D-E1C1-B46C-8090F8BB26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37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07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pPr/>
              <a:t>12/14/2024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45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54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42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1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91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9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81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85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96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pPr/>
              <a:t>12/14/2024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96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res.alexandrescu@stud.acs.upb.ro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ionut.samoila@stud.acs.upb.ro" TargetMode="External"/><Relationship Id="rId5" Type="http://schemas.openxmlformats.org/officeDocument/2006/relationships/hyperlink" Target="mailto:mihai.datcu1012@stud.acs.upb.ro" TargetMode="External"/><Relationship Id="rId4" Type="http://schemas.openxmlformats.org/officeDocument/2006/relationships/hyperlink" Target="mailto:mihai.musetescu@stud.acs.upb.ro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White structure">
            <a:extLst>
              <a:ext uri="{FF2B5EF4-FFF2-40B4-BE49-F238E27FC236}">
                <a16:creationId xmlns:a16="http://schemas.microsoft.com/office/drawing/2014/main" id="{6BC20D55-4CC7-8C8B-76EE-7BB24936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825" b="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C9DB9-5F94-5A17-0969-42040A9C1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1733816"/>
          </a:xfrm>
        </p:spPr>
        <p:txBody>
          <a:bodyPr anchor="b">
            <a:normAutofit/>
          </a:bodyPr>
          <a:lstStyle/>
          <a:p>
            <a:r>
              <a:rPr lang="x-none" sz="6000" dirty="0"/>
              <a:t>MARIAN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11CFE-C26D-7862-965A-3578DC779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anchor="t">
            <a:normAutofit/>
          </a:bodyPr>
          <a:lstStyle/>
          <a:p>
            <a:r>
              <a:rPr lang="x-none" dirty="0"/>
              <a:t>Prezentare site</a:t>
            </a:r>
          </a:p>
          <a:p>
            <a:r>
              <a:rPr lang="x-none" dirty="0"/>
              <a:t>Tema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CFCFE-3BCD-1684-69B5-ED1E1CFF5AA0}"/>
              </a:ext>
            </a:extLst>
          </p:cNvPr>
          <p:cNvSpPr txBox="1"/>
          <p:nvPr/>
        </p:nvSpPr>
        <p:spPr>
          <a:xfrm>
            <a:off x="5459166" y="4077683"/>
            <a:ext cx="63112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Alexandrescu</a:t>
            </a:r>
            <a:r>
              <a:rPr lang="en-US" sz="2000" dirty="0"/>
              <a:t> </a:t>
            </a:r>
            <a:r>
              <a:rPr lang="en-US" sz="2000" dirty="0" err="1"/>
              <a:t>Rares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rares.alexandrescu@stud.acs.upb.ro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Musetescu Mihai </a:t>
            </a:r>
            <a:r>
              <a:rPr lang="en-US" sz="2000" dirty="0">
                <a:hlinkClick r:id="rId4"/>
              </a:rPr>
              <a:t>mihai.musetescu@stud.acs.upb.ro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Datcu</a:t>
            </a:r>
            <a:r>
              <a:rPr lang="en-US" sz="2000" dirty="0"/>
              <a:t> Mihai </a:t>
            </a:r>
            <a:r>
              <a:rPr lang="en-US" sz="2000" dirty="0">
                <a:hlinkClick r:id="rId5"/>
              </a:rPr>
              <a:t>mihai.datcu1012@stud.acs.upb.ro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Samoila</a:t>
            </a:r>
            <a:r>
              <a:rPr lang="en-US" sz="2000" dirty="0"/>
              <a:t> Sebastian </a:t>
            </a:r>
            <a:r>
              <a:rPr lang="en-US" sz="2000" dirty="0">
                <a:hlinkClick r:id="rId6"/>
              </a:rPr>
              <a:t>ionut.samoila@stud.acs.upb.ro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999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CEEF8A-4A3A-4B35-AA57-D804767F5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0"/>
            <a:ext cx="12191696" cy="6170490"/>
            <a:chOff x="-2" y="0"/>
            <a:chExt cx="12191696" cy="617049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5A741C2-AB82-4BF5-9324-5D0B56A3D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67675" y="-3167677"/>
              <a:ext cx="5856341" cy="12191695"/>
            </a:xfrm>
            <a:custGeom>
              <a:avLst/>
              <a:gdLst>
                <a:gd name="connsiteX0" fmla="*/ 0 w 5856341"/>
                <a:gd name="connsiteY0" fmla="*/ 12191695 h 12191695"/>
                <a:gd name="connsiteX1" fmla="*/ 0 w 5856341"/>
                <a:gd name="connsiteY1" fmla="*/ 0 h 12191695"/>
                <a:gd name="connsiteX2" fmla="*/ 243849 w 5856341"/>
                <a:gd name="connsiteY2" fmla="*/ 0 h 12191695"/>
                <a:gd name="connsiteX3" fmla="*/ 505121 w 5856341"/>
                <a:gd name="connsiteY3" fmla="*/ 0 h 12191695"/>
                <a:gd name="connsiteX4" fmla="*/ 723207 w 5856341"/>
                <a:gd name="connsiteY4" fmla="*/ 0 h 12191695"/>
                <a:gd name="connsiteX5" fmla="*/ 755828 w 5856341"/>
                <a:gd name="connsiteY5" fmla="*/ 0 h 12191695"/>
                <a:gd name="connsiteX6" fmla="*/ 1411868 w 5856341"/>
                <a:gd name="connsiteY6" fmla="*/ 0 h 12191695"/>
                <a:gd name="connsiteX7" fmla="*/ 1421034 w 5856341"/>
                <a:gd name="connsiteY7" fmla="*/ 0 h 12191695"/>
                <a:gd name="connsiteX8" fmla="*/ 1515206 w 5856341"/>
                <a:gd name="connsiteY8" fmla="*/ 0 h 12191695"/>
                <a:gd name="connsiteX9" fmla="*/ 2636151 w 5856341"/>
                <a:gd name="connsiteY9" fmla="*/ 0 h 12191695"/>
                <a:gd name="connsiteX10" fmla="*/ 4637890 w 5856341"/>
                <a:gd name="connsiteY10" fmla="*/ 0 h 12191695"/>
                <a:gd name="connsiteX11" fmla="*/ 4654499 w 5856341"/>
                <a:gd name="connsiteY11" fmla="*/ 26661 h 12191695"/>
                <a:gd name="connsiteX12" fmla="*/ 5856341 w 5856341"/>
                <a:gd name="connsiteY12" fmla="*/ 6438338 h 12191695"/>
                <a:gd name="connsiteX13" fmla="*/ 4449211 w 5856341"/>
                <a:gd name="connsiteY13" fmla="*/ 11332719 h 12191695"/>
                <a:gd name="connsiteX14" fmla="*/ 4061349 w 5856341"/>
                <a:gd name="connsiteY14" fmla="*/ 12054097 h 12191695"/>
                <a:gd name="connsiteX15" fmla="*/ 3977450 w 5856341"/>
                <a:gd name="connsiteY15" fmla="*/ 12191695 h 12191695"/>
                <a:gd name="connsiteX16" fmla="*/ 2636151 w 5856341"/>
                <a:gd name="connsiteY16" fmla="*/ 12191695 h 12191695"/>
                <a:gd name="connsiteX17" fmla="*/ 1421034 w 5856341"/>
                <a:gd name="connsiteY17" fmla="*/ 12191695 h 12191695"/>
                <a:gd name="connsiteX18" fmla="*/ 1411868 w 5856341"/>
                <a:gd name="connsiteY18" fmla="*/ 12191695 h 12191695"/>
                <a:gd name="connsiteX19" fmla="*/ 1283685 w 5856341"/>
                <a:gd name="connsiteY19" fmla="*/ 12191695 h 12191695"/>
                <a:gd name="connsiteX20" fmla="*/ 755828 w 5856341"/>
                <a:gd name="connsiteY20" fmla="*/ 12191695 h 12191695"/>
                <a:gd name="connsiteX21" fmla="*/ 723207 w 5856341"/>
                <a:gd name="connsiteY21" fmla="*/ 12191695 h 12191695"/>
                <a:gd name="connsiteX22" fmla="*/ 505121 w 5856341"/>
                <a:gd name="connsiteY22" fmla="*/ 12191695 h 12191695"/>
                <a:gd name="connsiteX23" fmla="*/ 243849 w 5856341"/>
                <a:gd name="connsiteY23" fmla="*/ 12191695 h 12191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56341" h="12191695">
                  <a:moveTo>
                    <a:pt x="0" y="12191695"/>
                  </a:moveTo>
                  <a:lnTo>
                    <a:pt x="0" y="0"/>
                  </a:lnTo>
                  <a:lnTo>
                    <a:pt x="243849" y="0"/>
                  </a:lnTo>
                  <a:lnTo>
                    <a:pt x="505121" y="0"/>
                  </a:lnTo>
                  <a:lnTo>
                    <a:pt x="723207" y="0"/>
                  </a:lnTo>
                  <a:lnTo>
                    <a:pt x="755828" y="0"/>
                  </a:lnTo>
                  <a:lnTo>
                    <a:pt x="1411868" y="0"/>
                  </a:lnTo>
                  <a:lnTo>
                    <a:pt x="1421034" y="0"/>
                  </a:lnTo>
                  <a:lnTo>
                    <a:pt x="1515206" y="0"/>
                  </a:lnTo>
                  <a:lnTo>
                    <a:pt x="2636151" y="0"/>
                  </a:lnTo>
                  <a:lnTo>
                    <a:pt x="4637890" y="0"/>
                  </a:lnTo>
                  <a:lnTo>
                    <a:pt x="4654499" y="26661"/>
                  </a:lnTo>
                  <a:cubicBezTo>
                    <a:pt x="5425621" y="1341551"/>
                    <a:pt x="5856341" y="3721137"/>
                    <a:pt x="5856341" y="6438338"/>
                  </a:cubicBezTo>
                  <a:cubicBezTo>
                    <a:pt x="5856341" y="8833790"/>
                    <a:pt x="5159120" y="9960353"/>
                    <a:pt x="4449211" y="11332719"/>
                  </a:cubicBezTo>
                  <a:cubicBezTo>
                    <a:pt x="4319934" y="11582638"/>
                    <a:pt x="4191839" y="11827452"/>
                    <a:pt x="4061349" y="12054097"/>
                  </a:cubicBezTo>
                  <a:lnTo>
                    <a:pt x="3977450" y="12191695"/>
                  </a:lnTo>
                  <a:lnTo>
                    <a:pt x="2636151" y="12191695"/>
                  </a:lnTo>
                  <a:lnTo>
                    <a:pt x="1421034" y="12191695"/>
                  </a:lnTo>
                  <a:lnTo>
                    <a:pt x="1411868" y="12191695"/>
                  </a:lnTo>
                  <a:lnTo>
                    <a:pt x="1283685" y="12191695"/>
                  </a:lnTo>
                  <a:lnTo>
                    <a:pt x="755828" y="12191695"/>
                  </a:lnTo>
                  <a:lnTo>
                    <a:pt x="723207" y="12191695"/>
                  </a:lnTo>
                  <a:lnTo>
                    <a:pt x="505121" y="12191695"/>
                  </a:lnTo>
                  <a:lnTo>
                    <a:pt x="243849" y="12191695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D46807-BF17-4E5D-90A8-A062604C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6277" y="-874927"/>
              <a:ext cx="1899138" cy="12191695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3926DB-76C8-474A-B5FB-F43C59E3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143758" y="-1037574"/>
              <a:ext cx="1904176" cy="12191695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1F5347-E00A-4E12-AC11-18E0B1AF2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247015" y="-1314429"/>
              <a:ext cx="1697663" cy="12191695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52DE14-B6FA-CF51-1700-5FBB3A98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x-none" dirty="0"/>
              <a:t>Structura: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57E1-8B87-ABCE-6E14-C129B261E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5" y="2107096"/>
            <a:ext cx="8391967" cy="2846567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Site-</a:t>
            </a:r>
            <a:r>
              <a:rPr lang="en-GB" dirty="0" err="1"/>
              <a:t>ul</a:t>
            </a:r>
            <a:r>
              <a:rPr lang="en-GB" dirty="0"/>
              <a:t> are 4 </a:t>
            </a:r>
            <a:r>
              <a:rPr lang="en-GB" dirty="0" err="1"/>
              <a:t>pagini</a:t>
            </a:r>
            <a:r>
              <a:rPr lang="en-GB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Header – de Musetescu Mihai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Home - de Musetescu Mihai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Report -  de </a:t>
            </a:r>
            <a:r>
              <a:rPr lang="en-GB" dirty="0" err="1"/>
              <a:t>Alexandrescu</a:t>
            </a:r>
            <a:r>
              <a:rPr lang="en-GB" dirty="0"/>
              <a:t> </a:t>
            </a:r>
            <a:r>
              <a:rPr lang="en-GB" dirty="0" err="1"/>
              <a:t>Rares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Dashboard – de </a:t>
            </a:r>
            <a:r>
              <a:rPr lang="en-GB" dirty="0" err="1"/>
              <a:t>Samoila</a:t>
            </a:r>
            <a:r>
              <a:rPr lang="en-GB" dirty="0"/>
              <a:t> Eduard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Contact – </a:t>
            </a:r>
            <a:r>
              <a:rPr lang="en-GB" dirty="0" err="1"/>
              <a:t>Datcu</a:t>
            </a:r>
            <a:r>
              <a:rPr lang="en-GB" dirty="0"/>
              <a:t> Mihai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2756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F531-B8B9-489B-4AE0-A18706A63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851003"/>
          </a:xfrm>
        </p:spPr>
        <p:txBody>
          <a:bodyPr/>
          <a:lstStyle/>
          <a:p>
            <a:r>
              <a:rPr lang="en-US" dirty="0"/>
              <a:t>Tema </a:t>
            </a:r>
            <a:r>
              <a:rPr lang="en-US" dirty="0" err="1"/>
              <a:t>Aleasa</a:t>
            </a:r>
            <a:r>
              <a:rPr lang="en-US" dirty="0"/>
              <a:t>: 4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C97B-59B3-2B79-9E0A-ABEE7069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Dupa</a:t>
            </a:r>
            <a:r>
              <a:rPr lang="en-US" dirty="0">
                <a:solidFill>
                  <a:schemeClr val="tx1"/>
                </a:solidFill>
              </a:rPr>
              <a:t> o </a:t>
            </a:r>
            <a:r>
              <a:rPr lang="en-US" dirty="0" err="1">
                <a:solidFill>
                  <a:schemeClr val="tx1"/>
                </a:solidFill>
              </a:rPr>
              <a:t>discutie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aproximativ</a:t>
            </a:r>
            <a:r>
              <a:rPr lang="en-US" dirty="0">
                <a:solidFill>
                  <a:schemeClr val="tx1"/>
                </a:solidFill>
              </a:rPr>
              <a:t> 10 minute am </a:t>
            </a:r>
            <a:r>
              <a:rPr lang="en-US" dirty="0" err="1">
                <a:solidFill>
                  <a:schemeClr val="tx1"/>
                </a:solidFill>
              </a:rPr>
              <a:t>convenit</a:t>
            </a:r>
            <a:r>
              <a:rPr lang="en-US" dirty="0">
                <a:solidFill>
                  <a:schemeClr val="tx1"/>
                </a:solidFill>
              </a:rPr>
              <a:t> ca </a:t>
            </a:r>
            <a:r>
              <a:rPr lang="en-US" dirty="0" err="1">
                <a:solidFill>
                  <a:schemeClr val="tx1"/>
                </a:solidFill>
              </a:rPr>
              <a:t>cele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variante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clare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ar</a:t>
            </a:r>
            <a:r>
              <a:rPr lang="en-US" dirty="0">
                <a:solidFill>
                  <a:schemeClr val="tx1"/>
                </a:solidFill>
              </a:rPr>
              <a:t> fi 4 </a:t>
            </a:r>
            <a:r>
              <a:rPr lang="en-US" dirty="0" err="1">
                <a:solidFill>
                  <a:schemeClr val="tx1"/>
                </a:solidFill>
              </a:rPr>
              <a:t>sau</a:t>
            </a:r>
            <a:r>
              <a:rPr lang="en-US" dirty="0">
                <a:solidFill>
                  <a:schemeClr val="tx1"/>
                </a:solidFill>
              </a:rPr>
              <a:t> 5 </a:t>
            </a:r>
            <a:r>
              <a:rPr lang="en-US" dirty="0" err="1">
                <a:solidFill>
                  <a:schemeClr val="tx1"/>
                </a:solidFill>
              </a:rPr>
              <a:t>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dupa</a:t>
            </a:r>
            <a:r>
              <a:rPr lang="en-US" dirty="0">
                <a:solidFill>
                  <a:schemeClr val="tx1"/>
                </a:solidFill>
              </a:rPr>
              <a:t> un </a:t>
            </a:r>
            <a:r>
              <a:rPr lang="en-US" dirty="0" err="1">
                <a:solidFill>
                  <a:schemeClr val="tx1"/>
                </a:solidFill>
              </a:rPr>
              <a:t>vot</a:t>
            </a:r>
            <a:r>
              <a:rPr lang="en-US" dirty="0">
                <a:solidFill>
                  <a:schemeClr val="tx1"/>
                </a:solidFill>
              </a:rPr>
              <a:t> democratic am ales </a:t>
            </a:r>
            <a:r>
              <a:rPr lang="en-US" dirty="0" err="1">
                <a:solidFill>
                  <a:schemeClr val="tx1"/>
                </a:solidFill>
              </a:rPr>
              <a:t>varianta</a:t>
            </a:r>
            <a:r>
              <a:rPr lang="en-US" dirty="0">
                <a:solidFill>
                  <a:schemeClr val="tx1"/>
                </a:solidFill>
              </a:rPr>
              <a:t> 4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ca </a:t>
            </a:r>
            <a:r>
              <a:rPr lang="en-US" dirty="0" err="1">
                <a:solidFill>
                  <a:schemeClr val="tx1"/>
                </a:solidFill>
              </a:rPr>
              <a:t>ofera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multa</a:t>
            </a:r>
            <a:r>
              <a:rPr lang="en-US" dirty="0">
                <a:solidFill>
                  <a:schemeClr val="tx1"/>
                </a:solidFill>
              </a:rPr>
              <a:t> libertate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98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B241-07A5-3573-AB18-70D23DEB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 </a:t>
            </a:r>
            <a:r>
              <a:rPr lang="en-US" dirty="0" err="1"/>
              <a:t>si</a:t>
            </a:r>
            <a:r>
              <a:rPr lang="en-US" dirty="0"/>
              <a:t> Home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DC7E-00D1-1814-DB82-60C53BE4B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Eu am </a:t>
            </a:r>
            <a:r>
              <a:rPr lang="en-US" dirty="0" err="1"/>
              <a:t>pierdut</a:t>
            </a:r>
            <a:r>
              <a:rPr lang="en-US" dirty="0"/>
              <a:t> cel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reusesc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pun </a:t>
            </a:r>
            <a:r>
              <a:rPr lang="en-US" dirty="0" err="1"/>
              <a:t>scris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poza</a:t>
            </a:r>
            <a:r>
              <a:rPr lang="en-US" dirty="0"/>
              <a:t> </a:t>
            </a:r>
            <a:r>
              <a:rPr lang="en-US" dirty="0" err="1"/>
              <a:t>drept</a:t>
            </a:r>
            <a:r>
              <a:rPr lang="en-US" dirty="0"/>
              <a:t> fundal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 </a:t>
            </a:r>
            <a:r>
              <a:rPr lang="en-US" dirty="0" err="1"/>
              <a:t>pierdut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incercand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blurez</a:t>
            </a:r>
            <a:r>
              <a:rPr lang="en-US" dirty="0"/>
              <a:t> </a:t>
            </a:r>
            <a:r>
              <a:rPr lang="en-US" dirty="0" err="1"/>
              <a:t>poza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ca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adaug</a:t>
            </a:r>
            <a:r>
              <a:rPr lang="en-US" dirty="0"/>
              <a:t> umbra la </a:t>
            </a:r>
            <a:r>
              <a:rPr lang="en-US" dirty="0" err="1"/>
              <a:t>mesaj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convenim</a:t>
            </a:r>
            <a:r>
              <a:rPr lang="en-US" dirty="0"/>
              <a:t> ca </a:t>
            </a:r>
            <a:r>
              <a:rPr lang="en-US" dirty="0" err="1"/>
              <a:t>arata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bine </a:t>
            </a:r>
            <a:r>
              <a:rPr lang="en-US" dirty="0" err="1"/>
              <a:t>asa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1290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8E432-57A6-5C46-3073-66E688E4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85" y="1290099"/>
            <a:ext cx="3646896" cy="4277802"/>
          </a:xfrm>
        </p:spPr>
        <p:txBody>
          <a:bodyPr anchor="ctr">
            <a:normAutofit/>
          </a:bodyPr>
          <a:lstStyle/>
          <a:p>
            <a:r>
              <a:rPr lang="x-none" dirty="0"/>
              <a:t>Pagina Report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AC45-DCF7-18D0-3AF0-29C6217D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5232"/>
            <a:ext cx="5176298" cy="4277802"/>
          </a:xfrm>
        </p:spPr>
        <p:txBody>
          <a:bodyPr anchor="ctr">
            <a:normAutofit/>
          </a:bodyPr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5510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filelor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Dupa</a:t>
            </a:r>
            <a:r>
              <a:rPr lang="en-US" dirty="0"/>
              <a:t> o </a:t>
            </a:r>
            <a:r>
              <a:rPr lang="en-US" dirty="0" err="1"/>
              <a:t>confruntare</a:t>
            </a:r>
            <a:r>
              <a:rPr lang="en-US" dirty="0"/>
              <a:t> de </a:t>
            </a:r>
            <a:r>
              <a:rPr lang="en-US" dirty="0" err="1"/>
              <a:t>vreo</a:t>
            </a:r>
            <a:r>
              <a:rPr lang="en-US" dirty="0"/>
              <a:t> 3 ore, </a:t>
            </a:r>
            <a:r>
              <a:rPr lang="en-US" dirty="0" err="1"/>
              <a:t>eu</a:t>
            </a:r>
            <a:r>
              <a:rPr lang="en-US" dirty="0"/>
              <a:t> am </a:t>
            </a:r>
            <a:r>
              <a:rPr lang="en-US" dirty="0" err="1"/>
              <a:t>reusit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fac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mica </a:t>
            </a:r>
            <a:r>
              <a:rPr lang="en-US" dirty="0" err="1"/>
              <a:t>pagina</a:t>
            </a:r>
            <a:r>
              <a:rPr lang="en-US" dirty="0"/>
              <a:t>.</a:t>
            </a:r>
          </a:p>
          <a:p>
            <a:r>
              <a:rPr lang="en-US" dirty="0" err="1"/>
              <a:t>Problema</a:t>
            </a:r>
            <a:r>
              <a:rPr lang="en-US" dirty="0"/>
              <a:t>? </a:t>
            </a:r>
          </a:p>
          <a:p>
            <a:r>
              <a:rPr lang="en-US" dirty="0" err="1"/>
              <a:t>Eu</a:t>
            </a:r>
            <a:r>
              <a:rPr lang="en-US" dirty="0"/>
              <a:t> nu </a:t>
            </a:r>
            <a:r>
              <a:rPr lang="en-US" dirty="0" err="1"/>
              <a:t>reuseam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gestionez</a:t>
            </a:r>
            <a:r>
              <a:rPr lang="en-US" dirty="0"/>
              <a:t> </a:t>
            </a:r>
            <a:r>
              <a:rPr lang="en-US" dirty="0" err="1"/>
              <a:t>numarul</a:t>
            </a:r>
            <a:r>
              <a:rPr lang="en-US" dirty="0"/>
              <a:t> de </a:t>
            </a:r>
            <a:r>
              <a:rPr lang="en-US" dirty="0" err="1"/>
              <a:t>imagini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tweakuri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schimbari</a:t>
            </a:r>
            <a:r>
              <a:rPr lang="en-US" dirty="0"/>
              <a:t> care </a:t>
            </a:r>
            <a:r>
              <a:rPr lang="en-US" dirty="0" err="1"/>
              <a:t>pareau</a:t>
            </a:r>
            <a:r>
              <a:rPr lang="en-US" dirty="0"/>
              <a:t> ca nu </a:t>
            </a:r>
            <a:r>
              <a:rPr lang="en-US" dirty="0" err="1"/>
              <a:t>aveau</a:t>
            </a:r>
            <a:r>
              <a:rPr lang="en-US" dirty="0"/>
              <a:t> </a:t>
            </a:r>
            <a:r>
              <a:rPr lang="en-US" dirty="0" err="1"/>
              <a:t>sens,dar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schimbari</a:t>
            </a:r>
            <a:r>
              <a:rPr lang="en-US" dirty="0"/>
              <a:t> de </a:t>
            </a:r>
            <a:r>
              <a:rPr lang="en-US" dirty="0" err="1"/>
              <a:t>opinie</a:t>
            </a:r>
            <a:r>
              <a:rPr lang="en-US" dirty="0"/>
              <a:t>, am </a:t>
            </a:r>
            <a:r>
              <a:rPr lang="en-US" dirty="0" err="1"/>
              <a:t>reusit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o </a:t>
            </a:r>
            <a:r>
              <a:rPr lang="en-US" dirty="0" err="1"/>
              <a:t>duc</a:t>
            </a:r>
            <a:r>
              <a:rPr lang="en-US" dirty="0"/>
              <a:t>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capat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3" y="-927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2E366A-B6DD-4F06-A42A-FF634FDE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839" y="970769"/>
            <a:ext cx="4936895" cy="4669465"/>
            <a:chOff x="648839" y="970769"/>
            <a:chExt cx="4936895" cy="466946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750E550-BE93-4743-8659-1531F86CB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43803" y="1124162"/>
              <a:ext cx="4691485" cy="4342182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626DC7-F0FE-49A7-AA4C-A8DB1F7EB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864592" y="1290468"/>
              <a:ext cx="4389795" cy="4074679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BB781F-78E5-4C66-811C-9FF8B5D50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1300000" flipH="1">
              <a:off x="648839" y="970769"/>
              <a:ext cx="4936895" cy="4669465"/>
            </a:xfrm>
            <a:custGeom>
              <a:avLst/>
              <a:gdLst>
                <a:gd name="connsiteX0" fmla="*/ 2180840 w 3810827"/>
                <a:gd name="connsiteY0" fmla="*/ 0 h 3634591"/>
                <a:gd name="connsiteX1" fmla="*/ 2866380 w 3810827"/>
                <a:gd name="connsiteY1" fmla="*/ 145165 h 3634591"/>
                <a:gd name="connsiteX2" fmla="*/ 3366366 w 3810827"/>
                <a:gd name="connsiteY2" fmla="*/ 536835 h 3634591"/>
                <a:gd name="connsiteX3" fmla="*/ 3810827 w 3810827"/>
                <a:gd name="connsiteY3" fmla="*/ 1924156 h 3634591"/>
                <a:gd name="connsiteX4" fmla="*/ 3612844 w 3810827"/>
                <a:gd name="connsiteY4" fmla="*/ 2493111 h 3634591"/>
                <a:gd name="connsiteX5" fmla="*/ 3026664 w 3810827"/>
                <a:gd name="connsiteY5" fmla="*/ 3022891 h 3634591"/>
                <a:gd name="connsiteX6" fmla="*/ 2897783 w 3810827"/>
                <a:gd name="connsiteY6" fmla="*/ 3124233 h 3634591"/>
                <a:gd name="connsiteX7" fmla="*/ 1838765 w 3810827"/>
                <a:gd name="connsiteY7" fmla="*/ 3634591 h 3634591"/>
                <a:gd name="connsiteX8" fmla="*/ 443724 w 3810827"/>
                <a:gd name="connsiteY8" fmla="*/ 2805020 h 3634591"/>
                <a:gd name="connsiteX9" fmla="*/ 295053 w 3810827"/>
                <a:gd name="connsiteY9" fmla="*/ 2592792 h 3634591"/>
                <a:gd name="connsiteX10" fmla="*/ 0 w 3810827"/>
                <a:gd name="connsiteY10" fmla="*/ 1924156 h 3634591"/>
                <a:gd name="connsiteX11" fmla="*/ 178275 w 3810827"/>
                <a:gd name="connsiteY11" fmla="*/ 1204061 h 3634591"/>
                <a:gd name="connsiteX12" fmla="*/ 669921 w 3810827"/>
                <a:gd name="connsiteY12" fmla="*/ 585306 h 3634591"/>
                <a:gd name="connsiteX13" fmla="*/ 1380730 w 3810827"/>
                <a:gd name="connsiteY13" fmla="*/ 156203 h 3634591"/>
                <a:gd name="connsiteX14" fmla="*/ 2180840 w 3810827"/>
                <a:gd name="connsiteY14" fmla="*/ 0 h 363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0827" h="3634591">
                  <a:moveTo>
                    <a:pt x="2180840" y="0"/>
                  </a:moveTo>
                  <a:cubicBezTo>
                    <a:pt x="2431406" y="0"/>
                    <a:pt x="2662018" y="48886"/>
                    <a:pt x="2866380" y="145165"/>
                  </a:cubicBezTo>
                  <a:cubicBezTo>
                    <a:pt x="3057903" y="235467"/>
                    <a:pt x="3226119" y="367269"/>
                    <a:pt x="3366366" y="536835"/>
                  </a:cubicBezTo>
                  <a:cubicBezTo>
                    <a:pt x="3652997" y="883519"/>
                    <a:pt x="3810827" y="1376199"/>
                    <a:pt x="3810827" y="1924156"/>
                  </a:cubicBezTo>
                  <a:cubicBezTo>
                    <a:pt x="3810827" y="2142775"/>
                    <a:pt x="3749739" y="2318234"/>
                    <a:pt x="3612844" y="2493111"/>
                  </a:cubicBezTo>
                  <a:cubicBezTo>
                    <a:pt x="3469652" y="2676041"/>
                    <a:pt x="3254495" y="2844528"/>
                    <a:pt x="3026664" y="3022891"/>
                  </a:cubicBezTo>
                  <a:cubicBezTo>
                    <a:pt x="2984630" y="3055759"/>
                    <a:pt x="2941206" y="3089789"/>
                    <a:pt x="2897783" y="3124233"/>
                  </a:cubicBezTo>
                  <a:cubicBezTo>
                    <a:pt x="2509094" y="3432490"/>
                    <a:pt x="2225408" y="3634591"/>
                    <a:pt x="1838765" y="3634591"/>
                  </a:cubicBezTo>
                  <a:cubicBezTo>
                    <a:pt x="1249640" y="3634591"/>
                    <a:pt x="832413" y="3386508"/>
                    <a:pt x="443724" y="2805020"/>
                  </a:cubicBezTo>
                  <a:cubicBezTo>
                    <a:pt x="392859" y="2728910"/>
                    <a:pt x="343138" y="2659690"/>
                    <a:pt x="295053" y="2592792"/>
                  </a:cubicBezTo>
                  <a:cubicBezTo>
                    <a:pt x="95761" y="2315411"/>
                    <a:pt x="0" y="2171160"/>
                    <a:pt x="0" y="1924156"/>
                  </a:cubicBezTo>
                  <a:cubicBezTo>
                    <a:pt x="0" y="1678896"/>
                    <a:pt x="60024" y="1436622"/>
                    <a:pt x="178275" y="1204061"/>
                  </a:cubicBezTo>
                  <a:cubicBezTo>
                    <a:pt x="293990" y="976561"/>
                    <a:pt x="459425" y="768319"/>
                    <a:pt x="669921" y="585306"/>
                  </a:cubicBezTo>
                  <a:cubicBezTo>
                    <a:pt x="876818" y="405365"/>
                    <a:pt x="1122558" y="256964"/>
                    <a:pt x="1380730" y="156203"/>
                  </a:cubicBezTo>
                  <a:cubicBezTo>
                    <a:pt x="1645852" y="52539"/>
                    <a:pt x="1915145" y="0"/>
                    <a:pt x="2180840" y="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475092-4920-8989-9114-385BB6CD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543" y="1833229"/>
            <a:ext cx="3577022" cy="2934031"/>
          </a:xfrm>
        </p:spPr>
        <p:txBody>
          <a:bodyPr anchor="ctr">
            <a:normAutofit/>
          </a:bodyPr>
          <a:lstStyle/>
          <a:p>
            <a:r>
              <a:rPr lang="x-none" dirty="0"/>
              <a:t>Pagina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8F1D-9F3D-E1C1-B46C-8090F8BB2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774" y="1105306"/>
            <a:ext cx="4825512" cy="4337435"/>
          </a:xfrm>
        </p:spPr>
        <p:txBody>
          <a:bodyPr anchor="ctr">
            <a:normAutofit/>
          </a:bodyPr>
          <a:lstStyle/>
          <a:p>
            <a:r>
              <a:rPr lang="en-US" dirty="0"/>
              <a:t>M-am </a:t>
            </a:r>
            <a:r>
              <a:rPr lang="en-US" dirty="0" err="1"/>
              <a:t>chiniuit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fac </a:t>
            </a:r>
            <a:r>
              <a:rPr lang="en-US" dirty="0" err="1"/>
              <a:t>meniul</a:t>
            </a:r>
            <a:r>
              <a:rPr lang="en-US" dirty="0"/>
              <a:t> dropdown care </a:t>
            </a:r>
            <a:r>
              <a:rPr lang="en-US" dirty="0" err="1"/>
              <a:t>arata</a:t>
            </a:r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de </a:t>
            </a:r>
            <a:r>
              <a:rPr lang="en-US" dirty="0" err="1"/>
              <a:t>cerere</a:t>
            </a:r>
            <a:r>
              <a:rPr lang="en-US" dirty="0"/>
              <a:t> </a:t>
            </a:r>
            <a:r>
              <a:rPr lang="en-US" dirty="0" err="1"/>
              <a:t>facuta</a:t>
            </a:r>
            <a:r>
              <a:rPr lang="en-US" dirty="0"/>
              <a:t> de </a:t>
            </a:r>
            <a:r>
              <a:rPr lang="en-US" dirty="0" err="1"/>
              <a:t>clien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care </a:t>
            </a:r>
            <a:r>
              <a:rPr lang="en-US" dirty="0" err="1"/>
              <a:t>arata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sunt </a:t>
            </a:r>
            <a:r>
              <a:rPr lang="en-US" dirty="0" err="1"/>
              <a:t>rezolvate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inca</a:t>
            </a:r>
            <a:r>
              <a:rPr lang="en-US" dirty="0"/>
              <a:t> in curs de </a:t>
            </a:r>
            <a:r>
              <a:rPr lang="en-US" dirty="0" err="1"/>
              <a:t>rezolvare</a:t>
            </a:r>
            <a:endParaRPr lang="en-US" dirty="0"/>
          </a:p>
          <a:p>
            <a:r>
              <a:rPr lang="en-US" dirty="0"/>
              <a:t>Mi-a </a:t>
            </a:r>
            <a:r>
              <a:rPr lang="en-US" dirty="0" err="1"/>
              <a:t>luat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cand am </a:t>
            </a:r>
            <a:r>
              <a:rPr lang="en-US" dirty="0" err="1"/>
              <a:t>inceput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stilizez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dropdown-</a:t>
            </a:r>
            <a:r>
              <a:rPr lang="en-US" dirty="0" err="1"/>
              <a:t>uri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0552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51A08AC-F796-409C-AD97-8B476289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E1B312B-4E9A-405C-9CE8-103254380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7ED404-4912-4C80-B5EB-98E67EB26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11">
              <a:extLst>
                <a:ext uri="{FF2B5EF4-FFF2-40B4-BE49-F238E27FC236}">
                  <a16:creationId xmlns:a16="http://schemas.microsoft.com/office/drawing/2014/main" id="{4E58012C-4DA3-4ED3-9500-41F9AF60B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9AC73F7-22BD-4C46-B368-3F03B8478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95C99F96-8984-456F-BD66-5C019A651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728303-552E-E3AB-8F83-7CC651C3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75" y="442913"/>
            <a:ext cx="6857365" cy="1344612"/>
          </a:xfrm>
        </p:spPr>
        <p:txBody>
          <a:bodyPr anchor="b">
            <a:normAutofit/>
          </a:bodyPr>
          <a:lstStyle/>
          <a:p>
            <a:r>
              <a:rPr lang="x-none" dirty="0"/>
              <a:t>Pagina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4502E-8652-06EB-9554-FF77FA2F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466" y="2230438"/>
            <a:ext cx="6857365" cy="347042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m-am </a:t>
            </a:r>
            <a:r>
              <a:rPr lang="en-US" dirty="0" err="1"/>
              <a:t>chinuit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schimb</a:t>
            </a:r>
            <a:r>
              <a:rPr lang="en-US" dirty="0"/>
              <a:t> </a:t>
            </a:r>
            <a:r>
              <a:rPr lang="en-US" dirty="0" err="1"/>
              <a:t>statusul</a:t>
            </a:r>
            <a:r>
              <a:rPr lang="en-US" dirty="0"/>
              <a:t> </a:t>
            </a:r>
            <a:r>
              <a:rPr lang="en-US" dirty="0" err="1"/>
              <a:t>plangerilor</a:t>
            </a:r>
            <a:r>
              <a:rPr lang="en-US" dirty="0"/>
              <a:t> din “In progress” in “Resolved”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fel</a:t>
            </a:r>
            <a:r>
              <a:rPr lang="en-US" dirty="0"/>
              <a:t>, m-am </a:t>
            </a:r>
            <a:r>
              <a:rPr lang="en-US" dirty="0" err="1"/>
              <a:t>chinuit</a:t>
            </a:r>
            <a:r>
              <a:rPr lang="en-US" dirty="0"/>
              <a:t> la </a:t>
            </a:r>
            <a:r>
              <a:rPr lang="en-US" dirty="0" err="1"/>
              <a:t>afisarea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inchiderea</a:t>
            </a:r>
            <a:r>
              <a:rPr lang="en-US" dirty="0"/>
              <a:t> </a:t>
            </a:r>
            <a:r>
              <a:rPr lang="en-US" dirty="0" err="1"/>
              <a:t>notificarilor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5 </a:t>
            </a:r>
            <a:r>
              <a:rPr lang="en-US" dirty="0" err="1"/>
              <a:t>secunde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8708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3D89D-DD6E-BB7F-97FF-CBB647449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340" y="1105232"/>
            <a:ext cx="3013545" cy="4277802"/>
          </a:xfrm>
        </p:spPr>
        <p:txBody>
          <a:bodyPr anchor="ctr">
            <a:normAutofit/>
          </a:bodyPr>
          <a:lstStyle/>
          <a:p>
            <a:endParaRPr lang="x-none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D684F8-91BF-481C-A965-722756A38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308533" y="0"/>
            <a:ext cx="7883467" cy="6858000"/>
            <a:chOff x="0" y="0"/>
            <a:chExt cx="7883467" cy="68580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5DF7B3C-29EF-4ADC-BFDC-C3A038AC4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7475746" cy="6858000"/>
            </a:xfrm>
            <a:custGeom>
              <a:avLst/>
              <a:gdLst>
                <a:gd name="connsiteX0" fmla="*/ 0 w 7475746"/>
                <a:gd name="connsiteY0" fmla="*/ 0 h 6858000"/>
                <a:gd name="connsiteX1" fmla="*/ 5859459 w 7475746"/>
                <a:gd name="connsiteY1" fmla="*/ 0 h 6858000"/>
                <a:gd name="connsiteX2" fmla="*/ 5874848 w 7475746"/>
                <a:gd name="connsiteY2" fmla="*/ 10445 h 6858000"/>
                <a:gd name="connsiteX3" fmla="*/ 7475746 w 7475746"/>
                <a:gd name="connsiteY3" fmla="*/ 3621913 h 6858000"/>
                <a:gd name="connsiteX4" fmla="*/ 5601397 w 7475746"/>
                <a:gd name="connsiteY4" fmla="*/ 6378742 h 6858000"/>
                <a:gd name="connsiteX5" fmla="*/ 5084748 w 7475746"/>
                <a:gd name="connsiteY5" fmla="*/ 6785068 h 6858000"/>
                <a:gd name="connsiteX6" fmla="*/ 4979585 w 7475746"/>
                <a:gd name="connsiteY6" fmla="*/ 6858000 h 6858000"/>
                <a:gd name="connsiteX7" fmla="*/ 0 w 7475746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75746" h="6858000">
                  <a:moveTo>
                    <a:pt x="0" y="0"/>
                  </a:moveTo>
                  <a:lnTo>
                    <a:pt x="5859459" y="0"/>
                  </a:lnTo>
                  <a:lnTo>
                    <a:pt x="5874848" y="10445"/>
                  </a:lnTo>
                  <a:cubicBezTo>
                    <a:pt x="6902010" y="751075"/>
                    <a:pt x="7475746" y="2091411"/>
                    <a:pt x="7475746" y="3621913"/>
                  </a:cubicBezTo>
                  <a:cubicBezTo>
                    <a:pt x="7475746" y="4971185"/>
                    <a:pt x="6547021" y="5605738"/>
                    <a:pt x="5601397" y="6378742"/>
                  </a:cubicBezTo>
                  <a:cubicBezTo>
                    <a:pt x="5429193" y="6519512"/>
                    <a:pt x="5258566" y="6657407"/>
                    <a:pt x="5084748" y="6785068"/>
                  </a:cubicBezTo>
                  <a:lnTo>
                    <a:pt x="4979585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0289037-6999-491E-AA63-CC1C3CBBF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5374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7CF6DF-9FF9-4D10-B338-0BEFC0AA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373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135F-7248-A881-3707-147FA0C86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5232"/>
            <a:ext cx="5176298" cy="4277802"/>
          </a:xfrm>
        </p:spPr>
        <p:txBody>
          <a:bodyPr anchor="ctr">
            <a:normAutofit/>
          </a:bodyPr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7182832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Freesia Pitch Deck | by Slidesgo</Template>
  <TotalTime>65</TotalTime>
  <Words>313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Meiryo</vt:lpstr>
      <vt:lpstr>Arial</vt:lpstr>
      <vt:lpstr>Corbel</vt:lpstr>
      <vt:lpstr>SketchLinesVTI</vt:lpstr>
      <vt:lpstr>MARIAN</vt:lpstr>
      <vt:lpstr>Structura:</vt:lpstr>
      <vt:lpstr>Tema Aleasa: 4</vt:lpstr>
      <vt:lpstr>Header si Home</vt:lpstr>
      <vt:lpstr>Pagina Report</vt:lpstr>
      <vt:lpstr>Gestionarea filelor</vt:lpstr>
      <vt:lpstr>Pagina Dashboard</vt:lpstr>
      <vt:lpstr>Pagina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MARIAN</dc:title>
  <dc:creator>Mihai-Alexandru DATCU (140612)</dc:creator>
  <cp:lastModifiedBy>Sebastian Samoila</cp:lastModifiedBy>
  <cp:revision>4</cp:revision>
  <dcterms:created xsi:type="dcterms:W3CDTF">2024-12-14T11:45:30Z</dcterms:created>
  <dcterms:modified xsi:type="dcterms:W3CDTF">2024-12-14T13:23:03Z</dcterms:modified>
</cp:coreProperties>
</file>